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0746E-28B8-7074-1E1F-7C74B3373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126E9-4125-DC20-AC9F-B763D4E05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3A1FD-8FF0-CC1C-A7D5-449F7C185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6D1C-20A9-4084-8D05-3BC255C3450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7DDDB-B34D-423D-7FDE-5DFF49538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106CE-1324-647D-6C50-D01D46EF8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C05B-2EA7-42C4-91A7-E92145D65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45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2983-64DC-929A-E851-428AAB081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E1119-6420-26BB-E630-3F7C0911F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4C713-E6E0-4CED-713A-1C6EA0BAB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6D1C-20A9-4084-8D05-3BC255C3450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44FFB-026C-74CD-3565-7B383ECC7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EA1D5-6C78-04AF-956E-C3736056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C05B-2EA7-42C4-91A7-E92145D65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64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9C57-4240-B79B-2539-5325BD10A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BE7D1-7004-B1C3-CC17-7F86D3C45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73CAD-17A9-F82F-635E-751166DDA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6D1C-20A9-4084-8D05-3BC255C3450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10DEC-116D-48EB-E19B-3CC034343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858E3-D799-C9A7-F6A6-C47A60F43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C05B-2EA7-42C4-91A7-E92145D65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2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EAB2-886B-0EA1-F35A-15676AA0B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D957B-ACDF-DDA2-A836-05F137A90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EB477-E8A6-F5D6-9F59-19300D116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668A4-6FE1-F306-5D99-A0E184438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6D1C-20A9-4084-8D05-3BC255C3450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FA5FE-AA49-5940-81D2-C93C56921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A1787-B216-575A-1071-CEBA18D79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C05B-2EA7-42C4-91A7-E92145D65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08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01E6-F2B5-3E62-F20C-0770F1D8D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36FF2-A594-477D-B503-9C779E2D8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94E5E9-1340-4484-EA0E-7271045B8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767B57-AFB5-1859-91CC-ECC5FA644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F4317-7C21-63CC-D009-37041A54A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994795-A50B-3657-A846-B00556724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6D1C-20A9-4084-8D05-3BC255C3450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F9FB0A-3517-AE76-DC30-05FCD0E35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F32C0A-3515-9EC8-FA6A-4AE8C8D17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C05B-2EA7-42C4-91A7-E92145D65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131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03EB-0C42-4881-CF8E-E85A2E201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6FF79-C3A6-505F-52D5-33FF7CEEB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6D1C-20A9-4084-8D05-3BC255C3450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4DACF4-312C-1C34-AF12-BA1A68812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9B0F0D-E4EB-826E-713D-2555C68E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C05B-2EA7-42C4-91A7-E92145D65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55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A93DA5-4398-909F-11D9-0006BF0B0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6D1C-20A9-4084-8D05-3BC255C3450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93047E-C502-05BD-43C1-C04F12F4A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6125E-8F77-C4E6-3035-1D69AFF7F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C05B-2EA7-42C4-91A7-E92145D65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0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29E86-E119-5DEE-2A6A-2645AC86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24C39-2706-8625-3C13-A3804E48F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CFA60-3F7B-DEE6-F840-F3FB61CFF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A7653-DFBE-E432-ABF1-5E816A0D1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6D1C-20A9-4084-8D05-3BC255C3450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2697A-A36E-FA9A-72F8-39E75F070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77285-25B0-5236-35F0-EF70F1DA0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C05B-2EA7-42C4-91A7-E92145D65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98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97CD-AB75-E740-A775-7D5E713CA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D7A28-AC81-6266-0171-7707ADDE36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6A50D-1860-F49F-7078-725B1CDE8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97282-7336-2752-A89F-06681EF91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6D1C-20A9-4084-8D05-3BC255C3450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59665-CEE3-DE0B-65C0-9C8317740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CAD42-CB80-A41D-F824-CEB709D91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C05B-2EA7-42C4-91A7-E92145D65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91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37E67-8112-C455-3001-625276A74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BCCFA-8650-ADD1-C66D-B5685CBFF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F6733-5291-80DD-00AB-B9CBFFD8F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6D1C-20A9-4084-8D05-3BC255C3450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BCDF9-375E-924A-68BF-5DF3E1C15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CDB1F-3990-3077-EB19-95EBACA8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C05B-2EA7-42C4-91A7-E92145D65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7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CDC455-6D45-E9DF-A451-667B53350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84E95F-F860-4938-F6B5-454DB9D4A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3364C-6661-EB97-3934-A1F37CC7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6D1C-20A9-4084-8D05-3BC255C3450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9D18C-B761-576E-EEC7-29288C8E6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4425D-5227-2B97-B7C4-6DF9A264C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C05B-2EA7-42C4-91A7-E92145D65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53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B561FD-73DE-7F22-D280-A23A8C77C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B6568-03C9-E81F-55E5-0EEC17E11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412CB-70BE-B400-A0CB-EA61A3212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CC6D1C-20A9-4084-8D05-3BC255C3450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8BC17-9700-28F4-2EBB-75C8FC9C7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88BB6-6F61-2ACB-74E6-128D2BF59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5C05B-2EA7-42C4-91A7-E92145D65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59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21810C-FBF8-0B2D-FF73-384828B755DF}"/>
              </a:ext>
            </a:extLst>
          </p:cNvPr>
          <p:cNvSpPr txBox="1"/>
          <p:nvPr/>
        </p:nvSpPr>
        <p:spPr>
          <a:xfrm>
            <a:off x="762000" y="762000"/>
            <a:ext cx="787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Quad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6B0C88-D0D5-835F-B250-5EFD3483A58A}"/>
              </a:ext>
            </a:extLst>
          </p:cNvPr>
          <p:cNvSpPr txBox="1"/>
          <p:nvPr/>
        </p:nvSpPr>
        <p:spPr>
          <a:xfrm>
            <a:off x="762000" y="1778000"/>
            <a:ext cx="7874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2025 Fake DOE SBIR Battery Project</a:t>
            </a:r>
          </a:p>
          <a:p>
            <a:r>
              <a:rPr lang="en-US"/>
              <a:t>Topic: Lithium-metal battery development</a:t>
            </a:r>
          </a:p>
          <a:p>
            <a:r>
              <a:rPr lang="en-US"/>
              <a:t>Target: 350 Wh/kg</a:t>
            </a:r>
          </a:p>
        </p:txBody>
      </p:sp>
    </p:spTree>
    <p:extLst>
      <p:ext uri="{BB962C8B-B14F-4D97-AF65-F5344CB8AC3E}">
        <p14:creationId xmlns:p14="http://schemas.microsoft.com/office/powerpoint/2010/main" val="2750595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Bashian</dc:creator>
  <cp:lastModifiedBy>Nicholas Bashian</cp:lastModifiedBy>
  <cp:revision>1</cp:revision>
  <dcterms:created xsi:type="dcterms:W3CDTF">2026-05-17T17:18:43Z</dcterms:created>
  <dcterms:modified xsi:type="dcterms:W3CDTF">2026-05-17T17:18:43Z</dcterms:modified>
</cp:coreProperties>
</file>